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70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4" r:id="rId11"/>
    <p:sldId id="266" r:id="rId12"/>
    <p:sldId id="269" r:id="rId13"/>
    <p:sldId id="267" r:id="rId14"/>
    <p:sldId id="268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B61E810-D273-A071-BD2F-6E705558CD92}" v="2" dt="2026-05-07T21:38:36.825"/>
    <p1510:client id="{D0A2B355-494E-5843-9E4D-8347E46F1045}" v="283" dt="2026-05-08T04:09:14.899"/>
    <p1510:client id="{EC5E26CD-2BF8-9089-E4B7-BB70102E3385}" v="901" dt="2026-05-07T21:34:04.23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  <a:lumOff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lamp.drakeaustin.com" TargetMode="Externa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715724"/>
            <a:ext cx="9144000" cy="2387600"/>
          </a:xfrm>
        </p:spPr>
        <p:txBody>
          <a:bodyPr/>
          <a:lstStyle/>
          <a:p>
            <a:r>
              <a:rPr lang="en-US"/>
              <a:t>LAMP Contacts Manager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148E0-1AE0-9939-A8AB-413244CA61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Team Members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9CF149-A4A4-13F9-5D2A-046F465AD6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2814"/>
            <a:ext cx="10515600" cy="4351338"/>
          </a:xfrm>
        </p:spPr>
        <p:txBody>
          <a:bodyPr vert="horz" lIns="91440" tIns="45720" rIns="91440" bIns="45720" rtlCol="0" anchor="t">
            <a:normAutofit fontScale="92500"/>
          </a:bodyPr>
          <a:lstStyle/>
          <a:p>
            <a:pPr marL="0" indent="0">
              <a:lnSpc>
                <a:spcPct val="250000"/>
              </a:lnSpc>
              <a:buNone/>
            </a:pPr>
            <a:r>
              <a:rPr lang="en-US"/>
              <a:t>Project Manager – Drake Austin</a:t>
            </a:r>
          </a:p>
          <a:p>
            <a:pPr marL="0" indent="0">
              <a:lnSpc>
                <a:spcPct val="250000"/>
              </a:lnSpc>
              <a:buNone/>
            </a:pPr>
            <a:r>
              <a:rPr lang="en-US"/>
              <a:t>Database – Drake</a:t>
            </a:r>
          </a:p>
          <a:p>
            <a:pPr marL="0" indent="0">
              <a:lnSpc>
                <a:spcPct val="250000"/>
              </a:lnSpc>
              <a:buNone/>
            </a:pPr>
            <a:r>
              <a:rPr lang="en-US"/>
              <a:t>API – Drake A.</a:t>
            </a:r>
          </a:p>
          <a:p>
            <a:pPr marL="0" indent="0">
              <a:lnSpc>
                <a:spcPct val="250000"/>
              </a:lnSpc>
              <a:buNone/>
            </a:pPr>
            <a:r>
              <a:rPr lang="en-US"/>
              <a:t>Frontend – Mr. Austin</a:t>
            </a:r>
          </a:p>
        </p:txBody>
      </p:sp>
    </p:spTree>
    <p:extLst>
      <p:ext uri="{BB962C8B-B14F-4D97-AF65-F5344CB8AC3E}">
        <p14:creationId xmlns:p14="http://schemas.microsoft.com/office/powerpoint/2010/main" val="12676709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91F55C5D-1648-4BE3-932D-8CADBF3F67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A0D5C5-484C-A61F-BC83-4B9BB8FCE5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667512"/>
            <a:ext cx="10908792" cy="106984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5400"/>
              <a:t>Technology Used</a:t>
            </a:r>
          </a:p>
        </p:txBody>
      </p:sp>
      <p:sp>
        <p:nvSpPr>
          <p:cNvPr id="15" name="sketch line">
            <a:extLst>
              <a:ext uri="{FF2B5EF4-FFF2-40B4-BE49-F238E27FC236}">
                <a16:creationId xmlns:a16="http://schemas.microsoft.com/office/drawing/2014/main" id="{A38E1331-B5A6-44BE-BF4E-EE6C2FD2A2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10000" y="1776977"/>
            <a:ext cx="4572000" cy="18288"/>
          </a:xfrm>
          <a:custGeom>
            <a:avLst/>
            <a:gdLst>
              <a:gd name="csX0" fmla="*/ 0 w 4572000"/>
              <a:gd name="csY0" fmla="*/ 0 h 18288"/>
              <a:gd name="csX1" fmla="*/ 744583 w 4572000"/>
              <a:gd name="csY1" fmla="*/ 0 h 18288"/>
              <a:gd name="csX2" fmla="*/ 1352006 w 4572000"/>
              <a:gd name="csY2" fmla="*/ 0 h 18288"/>
              <a:gd name="csX3" fmla="*/ 2050869 w 4572000"/>
              <a:gd name="csY3" fmla="*/ 0 h 18288"/>
              <a:gd name="csX4" fmla="*/ 2612571 w 4572000"/>
              <a:gd name="csY4" fmla="*/ 0 h 18288"/>
              <a:gd name="csX5" fmla="*/ 3357154 w 4572000"/>
              <a:gd name="csY5" fmla="*/ 0 h 18288"/>
              <a:gd name="csX6" fmla="*/ 4010297 w 4572000"/>
              <a:gd name="csY6" fmla="*/ 0 h 18288"/>
              <a:gd name="csX7" fmla="*/ 4572000 w 4572000"/>
              <a:gd name="csY7" fmla="*/ 0 h 18288"/>
              <a:gd name="csX8" fmla="*/ 4572000 w 4572000"/>
              <a:gd name="csY8" fmla="*/ 18288 h 18288"/>
              <a:gd name="csX9" fmla="*/ 3873137 w 4572000"/>
              <a:gd name="csY9" fmla="*/ 18288 h 18288"/>
              <a:gd name="csX10" fmla="*/ 3265714 w 4572000"/>
              <a:gd name="csY10" fmla="*/ 18288 h 18288"/>
              <a:gd name="csX11" fmla="*/ 2521131 w 4572000"/>
              <a:gd name="csY11" fmla="*/ 18288 h 18288"/>
              <a:gd name="csX12" fmla="*/ 1867989 w 4572000"/>
              <a:gd name="csY12" fmla="*/ 18288 h 18288"/>
              <a:gd name="csX13" fmla="*/ 1352006 w 4572000"/>
              <a:gd name="csY13" fmla="*/ 18288 h 18288"/>
              <a:gd name="csX14" fmla="*/ 836023 w 4572000"/>
              <a:gd name="csY14" fmla="*/ 18288 h 18288"/>
              <a:gd name="csX15" fmla="*/ 0 w 4572000"/>
              <a:gd name="csY15" fmla="*/ 18288 h 18288"/>
              <a:gd name="csX16" fmla="*/ 0 w 457200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335213" y="-5275"/>
                  <a:pt x="446637" y="2749"/>
                  <a:pt x="744583" y="0"/>
                </a:cubicBezTo>
                <a:cubicBezTo>
                  <a:pt x="1042529" y="-2749"/>
                  <a:pt x="1223095" y="8165"/>
                  <a:pt x="1352006" y="0"/>
                </a:cubicBezTo>
                <a:cubicBezTo>
                  <a:pt x="1480917" y="-8165"/>
                  <a:pt x="1803308" y="16240"/>
                  <a:pt x="2050869" y="0"/>
                </a:cubicBezTo>
                <a:cubicBezTo>
                  <a:pt x="2298430" y="-16240"/>
                  <a:pt x="2464656" y="-22054"/>
                  <a:pt x="2612571" y="0"/>
                </a:cubicBezTo>
                <a:cubicBezTo>
                  <a:pt x="2760486" y="22054"/>
                  <a:pt x="3034874" y="11895"/>
                  <a:pt x="3357154" y="0"/>
                </a:cubicBezTo>
                <a:cubicBezTo>
                  <a:pt x="3679434" y="-11895"/>
                  <a:pt x="3778145" y="-10841"/>
                  <a:pt x="4010297" y="0"/>
                </a:cubicBezTo>
                <a:cubicBezTo>
                  <a:pt x="4242449" y="10841"/>
                  <a:pt x="4385860" y="17261"/>
                  <a:pt x="4572000" y="0"/>
                </a:cubicBezTo>
                <a:cubicBezTo>
                  <a:pt x="4571443" y="8172"/>
                  <a:pt x="4571244" y="10948"/>
                  <a:pt x="4572000" y="18288"/>
                </a:cubicBezTo>
                <a:cubicBezTo>
                  <a:pt x="4352099" y="1269"/>
                  <a:pt x="4065933" y="40755"/>
                  <a:pt x="3873137" y="18288"/>
                </a:cubicBezTo>
                <a:cubicBezTo>
                  <a:pt x="3680341" y="-4179"/>
                  <a:pt x="3486903" y="33471"/>
                  <a:pt x="3265714" y="18288"/>
                </a:cubicBezTo>
                <a:cubicBezTo>
                  <a:pt x="3044525" y="3105"/>
                  <a:pt x="2683548" y="-1073"/>
                  <a:pt x="2521131" y="18288"/>
                </a:cubicBezTo>
                <a:cubicBezTo>
                  <a:pt x="2358714" y="37649"/>
                  <a:pt x="2132855" y="34593"/>
                  <a:pt x="1867989" y="18288"/>
                </a:cubicBezTo>
                <a:cubicBezTo>
                  <a:pt x="1603123" y="1983"/>
                  <a:pt x="1605373" y="2886"/>
                  <a:pt x="1352006" y="18288"/>
                </a:cubicBezTo>
                <a:cubicBezTo>
                  <a:pt x="1098639" y="33690"/>
                  <a:pt x="962100" y="16241"/>
                  <a:pt x="836023" y="18288"/>
                </a:cubicBezTo>
                <a:cubicBezTo>
                  <a:pt x="709946" y="20335"/>
                  <a:pt x="193668" y="-307"/>
                  <a:pt x="0" y="18288"/>
                </a:cubicBezTo>
                <a:cubicBezTo>
                  <a:pt x="-277" y="11188"/>
                  <a:pt x="-244" y="5848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58188" y="7508"/>
                  <a:pt x="361578" y="-27091"/>
                  <a:pt x="561703" y="0"/>
                </a:cubicBezTo>
                <a:cubicBezTo>
                  <a:pt x="761828" y="27091"/>
                  <a:pt x="1133811" y="14547"/>
                  <a:pt x="1306286" y="0"/>
                </a:cubicBezTo>
                <a:cubicBezTo>
                  <a:pt x="1478761" y="-14547"/>
                  <a:pt x="1809594" y="13320"/>
                  <a:pt x="2050869" y="0"/>
                </a:cubicBezTo>
                <a:cubicBezTo>
                  <a:pt x="2292144" y="-13320"/>
                  <a:pt x="2409269" y="-14334"/>
                  <a:pt x="2612571" y="0"/>
                </a:cubicBezTo>
                <a:cubicBezTo>
                  <a:pt x="2815873" y="14334"/>
                  <a:pt x="3025009" y="33536"/>
                  <a:pt x="3311434" y="0"/>
                </a:cubicBezTo>
                <a:cubicBezTo>
                  <a:pt x="3597859" y="-33536"/>
                  <a:pt x="3695431" y="-13462"/>
                  <a:pt x="3827417" y="0"/>
                </a:cubicBezTo>
                <a:cubicBezTo>
                  <a:pt x="3959403" y="13462"/>
                  <a:pt x="4360180" y="899"/>
                  <a:pt x="4572000" y="0"/>
                </a:cubicBezTo>
                <a:cubicBezTo>
                  <a:pt x="4572481" y="8890"/>
                  <a:pt x="4572898" y="10033"/>
                  <a:pt x="4572000" y="18288"/>
                </a:cubicBezTo>
                <a:cubicBezTo>
                  <a:pt x="4356830" y="5817"/>
                  <a:pt x="4021942" y="41441"/>
                  <a:pt x="3873137" y="18288"/>
                </a:cubicBezTo>
                <a:cubicBezTo>
                  <a:pt x="3724332" y="-4865"/>
                  <a:pt x="3494019" y="36771"/>
                  <a:pt x="3174274" y="18288"/>
                </a:cubicBezTo>
                <a:cubicBezTo>
                  <a:pt x="2854529" y="-195"/>
                  <a:pt x="2861023" y="5963"/>
                  <a:pt x="2658291" y="18288"/>
                </a:cubicBezTo>
                <a:cubicBezTo>
                  <a:pt x="2455559" y="30613"/>
                  <a:pt x="2309968" y="11711"/>
                  <a:pt x="2050869" y="18288"/>
                </a:cubicBezTo>
                <a:cubicBezTo>
                  <a:pt x="1791770" y="24865"/>
                  <a:pt x="1671115" y="-4587"/>
                  <a:pt x="1306286" y="18288"/>
                </a:cubicBezTo>
                <a:cubicBezTo>
                  <a:pt x="941457" y="41163"/>
                  <a:pt x="838619" y="-9452"/>
                  <a:pt x="653143" y="18288"/>
                </a:cubicBezTo>
                <a:cubicBezTo>
                  <a:pt x="467667" y="46028"/>
                  <a:pt x="308702" y="9245"/>
                  <a:pt x="0" y="18288"/>
                </a:cubicBezTo>
                <a:cubicBezTo>
                  <a:pt x="-4" y="10872"/>
                  <a:pt x="388" y="6748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959150775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DigitalOcean logo in transparent PNG and vectorized SVG formats">
            <a:extLst>
              <a:ext uri="{FF2B5EF4-FFF2-40B4-BE49-F238E27FC236}">
                <a16:creationId xmlns:a16="http://schemas.microsoft.com/office/drawing/2014/main" id="{54E9F355-7FD0-927A-BD78-C821123568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93" y="2615049"/>
            <a:ext cx="2862631" cy="2853512"/>
          </a:xfrm>
          <a:prstGeom prst="rect">
            <a:avLst/>
          </a:prstGeom>
        </p:spPr>
      </p:pic>
      <p:pic>
        <p:nvPicPr>
          <p:cNvPr id="4" name="Graphic 3" descr="File:Octicons-mark-github.svg - Wikimedia Commons">
            <a:extLst>
              <a:ext uri="{FF2B5EF4-FFF2-40B4-BE49-F238E27FC236}">
                <a16:creationId xmlns:a16="http://schemas.microsoft.com/office/drawing/2014/main" id="{80B238D2-086C-BF53-3F06-032D418414F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78938" y="2648631"/>
            <a:ext cx="2862631" cy="2862549"/>
          </a:xfrm>
          <a:prstGeom prst="rect">
            <a:avLst/>
          </a:prstGeom>
        </p:spPr>
      </p:pic>
      <p:pic>
        <p:nvPicPr>
          <p:cNvPr id="7" name="Picture 6" descr="File:Visual Studio Code 1.35 icon.svg - Wikimedia Commons">
            <a:extLst>
              <a:ext uri="{FF2B5EF4-FFF2-40B4-BE49-F238E27FC236}">
                <a16:creationId xmlns:a16="http://schemas.microsoft.com/office/drawing/2014/main" id="{78F5E7C2-50F7-C35E-F30C-3F9A6F5DF9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0993" y="2694351"/>
            <a:ext cx="2862631" cy="2862549"/>
          </a:xfrm>
          <a:prstGeom prst="rect">
            <a:avLst/>
          </a:prstGeom>
        </p:spPr>
      </p:pic>
      <p:pic>
        <p:nvPicPr>
          <p:cNvPr id="6" name="Picture 5" descr="Postman Icon SVG Vector &amp; PNG Free Download | UXWing">
            <a:extLst>
              <a:ext uri="{FF2B5EF4-FFF2-40B4-BE49-F238E27FC236}">
                <a16:creationId xmlns:a16="http://schemas.microsoft.com/office/drawing/2014/main" id="{D594051F-8EBC-09BA-925B-1C3A22E822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84657" y="2694351"/>
            <a:ext cx="2862631" cy="286254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CE4F8CB-76EF-8EA9-74FE-8B3AF2676990}"/>
              </a:ext>
            </a:extLst>
          </p:cNvPr>
          <p:cNvSpPr txBox="1"/>
          <p:nvPr/>
        </p:nvSpPr>
        <p:spPr>
          <a:xfrm>
            <a:off x="777354" y="5785386"/>
            <a:ext cx="204700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Digital Ocean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2D36E2-163A-8AF7-987F-1417661959CC}"/>
              </a:ext>
            </a:extLst>
          </p:cNvPr>
          <p:cNvSpPr txBox="1"/>
          <p:nvPr/>
        </p:nvSpPr>
        <p:spPr>
          <a:xfrm>
            <a:off x="4196041" y="5785429"/>
            <a:ext cx="143753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GitHub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1EDA26B-9B6C-7EAE-EEB1-B06059E2ACB5}"/>
              </a:ext>
            </a:extLst>
          </p:cNvPr>
          <p:cNvSpPr txBox="1"/>
          <p:nvPr/>
        </p:nvSpPr>
        <p:spPr>
          <a:xfrm>
            <a:off x="6570518" y="5785358"/>
            <a:ext cx="208090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Visual Studio Code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62581F8-4652-8EE0-C93C-6A145FC3B92F}"/>
              </a:ext>
            </a:extLst>
          </p:cNvPr>
          <p:cNvSpPr txBox="1"/>
          <p:nvPr/>
        </p:nvSpPr>
        <p:spPr>
          <a:xfrm>
            <a:off x="10152882" y="5785358"/>
            <a:ext cx="1181721" cy="3658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Postman</a:t>
            </a:r>
          </a:p>
        </p:txBody>
      </p:sp>
    </p:spTree>
    <p:extLst>
      <p:ext uri="{BB962C8B-B14F-4D97-AF65-F5344CB8AC3E}">
        <p14:creationId xmlns:p14="http://schemas.microsoft.com/office/powerpoint/2010/main" val="32397351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614854-8013-17DB-9E2A-AB7D4758B2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went well?/What didn't go well?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A84C25E-2E63-B79B-0838-47210B17631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73466596"/>
              </p:ext>
            </p:extLst>
          </p:nvPr>
        </p:nvGraphicFramePr>
        <p:xfrm>
          <a:off x="838200" y="1825625"/>
          <a:ext cx="10515600" cy="48500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1097356563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983169745"/>
                    </a:ext>
                  </a:extLst>
                </a:gridCol>
              </a:tblGrid>
              <a:tr h="947351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tx1"/>
                          </a:solidFill>
                        </a:rPr>
                        <a:t>What went well?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What didn't go well?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0509742"/>
                  </a:ext>
                </a:extLst>
              </a:tr>
              <a:tr h="3902675">
                <a:tc>
                  <a:txBody>
                    <a:bodyPr/>
                    <a:lstStyle/>
                    <a:p>
                      <a:pPr marL="285750" indent="-285750">
                        <a:buFont typeface="Arial"/>
                        <a:buChar char="•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Expanding my knowledge on computer science tools (i.e. Git, Postman)</a:t>
                      </a:r>
                    </a:p>
                    <a:p>
                      <a:pPr marL="285750" lvl="0" indent="-285750">
                        <a:buFont typeface="Arial"/>
                        <a:buChar char="•"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Developing a full-functioning website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  <a:p>
                      <a:pPr marL="285750" lvl="0" indent="-285750">
                        <a:buFont typeface="Arial"/>
                        <a:buChar char="•"/>
                      </a:pP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/>
                        <a:buChar char="•"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Constant switching between the website's root and my GitHub repo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  <a:p>
                      <a:pPr marL="285750" lvl="0" indent="-285750">
                        <a:buFont typeface="Arial"/>
                        <a:buChar char="•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Time management (due to shortened project timeframe and final exams)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23827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209378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7EB5A-AF71-6487-7923-51A7794981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Gantt Chart</a:t>
            </a:r>
          </a:p>
        </p:txBody>
      </p:sp>
      <p:pic>
        <p:nvPicPr>
          <p:cNvPr id="5" name="Content Placeholder 4" descr="A screenshot of a graph&#10;&#10;AI-generated content may be incorrect.">
            <a:extLst>
              <a:ext uri="{FF2B5EF4-FFF2-40B4-BE49-F238E27FC236}">
                <a16:creationId xmlns:a16="http://schemas.microsoft.com/office/drawing/2014/main" id="{E1E3C480-2982-B000-332E-270BF7075B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5753" y="1902186"/>
            <a:ext cx="11605260" cy="3784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92459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3F6CF-47AB-BA4C-7B98-CAE895A0F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9700" y="2765425"/>
            <a:ext cx="10515600" cy="1325563"/>
          </a:xfrm>
        </p:spPr>
        <p:txBody>
          <a:bodyPr/>
          <a:lstStyle/>
          <a:p>
            <a:r>
              <a:rPr lang="en-US"/>
              <a:t>Use Case Diagram</a:t>
            </a:r>
          </a:p>
        </p:txBody>
      </p:sp>
      <p:pic>
        <p:nvPicPr>
          <p:cNvPr id="4" name="Content Placeholder 3" descr="A diagram of a user&#10;&#10;AI-generated content may be incorrect.">
            <a:extLst>
              <a:ext uri="{FF2B5EF4-FFF2-40B4-BE49-F238E27FC236}">
                <a16:creationId xmlns:a16="http://schemas.microsoft.com/office/drawing/2014/main" id="{2C06B95F-30C5-FE70-B0CA-7F9CB1E092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493571" y="794"/>
            <a:ext cx="4695318" cy="6850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93410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C2E43B-66C1-7CDD-7B4A-9166A6939C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440" y="2765425"/>
            <a:ext cx="10515600" cy="1325563"/>
          </a:xfrm>
        </p:spPr>
        <p:txBody>
          <a:bodyPr/>
          <a:lstStyle/>
          <a:p>
            <a:r>
              <a:rPr lang="en-US"/>
              <a:t>Sequence Diagram</a:t>
            </a:r>
          </a:p>
        </p:txBody>
      </p:sp>
      <p:pic>
        <p:nvPicPr>
          <p:cNvPr id="4" name="Content Placeholder 3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01889585-68F7-6B46-6DFC-76AAE9349B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98156" y="794"/>
            <a:ext cx="6992529" cy="6850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59608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3E26F1-F8AA-CF57-9E0C-3A294721B1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2574322"/>
            <a:ext cx="5334000" cy="1708246"/>
          </a:xfrm>
        </p:spPr>
        <p:txBody>
          <a:bodyPr anchor="ctr">
            <a:normAutofit/>
          </a:bodyPr>
          <a:lstStyle/>
          <a:p>
            <a:pPr algn="ctr"/>
            <a:r>
              <a:rPr lang="en-US" sz="4000"/>
              <a:t>Entity Relationship Diagram</a:t>
            </a:r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D05C9B4-B5C9-2D4D-23C9-CEE72646F9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81800" y="-1"/>
            <a:ext cx="5410200" cy="6858001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266700" dist="215900" dir="8580000" sx="90000" sy="90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Content Placeholder 3" descr="A blue and white diagram&#10;&#10;AI-generated content may be incorrect.">
            <a:extLst>
              <a:ext uri="{FF2B5EF4-FFF2-40B4-BE49-F238E27FC236}">
                <a16:creationId xmlns:a16="http://schemas.microsoft.com/office/drawing/2014/main" id="{4580F890-B656-D2EC-F15E-4ABEA5C51E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220" y="753692"/>
            <a:ext cx="3155361" cy="5348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07736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E4DEC-1DED-46CA-C374-7DA11DD415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8765"/>
            <a:ext cx="9144000" cy="958063"/>
          </a:xfrm>
        </p:spPr>
        <p:txBody>
          <a:bodyPr/>
          <a:lstStyle/>
          <a:p>
            <a:r>
              <a:rPr lang="en-US"/>
              <a:t>API Demo</a:t>
            </a:r>
          </a:p>
        </p:txBody>
      </p:sp>
      <p:pic>
        <p:nvPicPr>
          <p:cNvPr id="3" name="LAMP Project API Demo COP4331">
            <a:hlinkClick r:id="" action="ppaction://media"/>
            <a:extLst>
              <a:ext uri="{FF2B5EF4-FFF2-40B4-BE49-F238E27FC236}">
                <a16:creationId xmlns:a16="http://schemas.microsoft.com/office/drawing/2014/main" id="{EE7AB774-1485-7530-D9AC-D090A5377366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724025" y="974124"/>
            <a:ext cx="8742363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34294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844093-83D1-7842-9AF8-7C7024A691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-1307799"/>
            <a:ext cx="9144000" cy="2387600"/>
          </a:xfrm>
        </p:spPr>
        <p:txBody>
          <a:bodyPr/>
          <a:lstStyle/>
          <a:p>
            <a:r>
              <a:rPr lang="en-US"/>
              <a:t>App Demo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C4C61C-96DA-5742-0459-6C4FF7E50DC2}"/>
              </a:ext>
            </a:extLst>
          </p:cNvPr>
          <p:cNvSpPr txBox="1"/>
          <p:nvPr/>
        </p:nvSpPr>
        <p:spPr>
          <a:xfrm>
            <a:off x="3717324" y="3428999"/>
            <a:ext cx="4664263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 to site</a:t>
            </a:r>
            <a:endParaRPr lang="en-US"/>
          </a:p>
          <a:p>
            <a:pPr algn="ctr"/>
            <a:r>
              <a:rPr lang="en-US"/>
              <a:t>(Dr. Aedo said no time for video in the email)</a:t>
            </a:r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36581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7C3C79-F206-2811-DE24-9B21F19127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Database Demonstration</a:t>
            </a:r>
          </a:p>
        </p:txBody>
      </p:sp>
      <p:pic>
        <p:nvPicPr>
          <p:cNvPr id="4" name="Content Placeholder 3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BC48C245-9AD4-5079-B62F-BB33970FEE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19934" y="1514325"/>
            <a:ext cx="8086725" cy="2324100"/>
          </a:xfrm>
          <a:prstGeom prst="rect">
            <a:avLst/>
          </a:prstGeom>
        </p:spPr>
      </p:pic>
      <p:pic>
        <p:nvPicPr>
          <p:cNvPr id="5" name="Picture 4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C4B51121-840C-E582-01D7-1C6928A3B9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0115" y="4012883"/>
            <a:ext cx="8088630" cy="2489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16499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561E21-0AC6-1BFD-2D24-519557136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Lighthouse Tests</a:t>
            </a:r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2EC233E-9AE5-0DD6-CC2B-883F36F848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14565"/>
          <a:stretch>
            <a:fillRect/>
          </a:stretch>
        </p:blipFill>
        <p:spPr>
          <a:xfrm>
            <a:off x="2181717" y="1395254"/>
            <a:ext cx="7139768" cy="5318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09284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8BC26-76A7-A8F8-A074-5CA9E6CBF6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AI Disclosure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7244EA-4655-429E-CDF3-DC5CE4EF5E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I utilized ChatGPT to understand how the APIs allow the client and server to interact with one another</a:t>
            </a:r>
          </a:p>
          <a:p>
            <a:r>
              <a:rPr lang="en-US"/>
              <a:t>I used Cursor to aid me with the development of the frontend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38520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58B1AD-904C-1ECA-BCA9-D3BDF491040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Questions?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7FB8F0-1B8F-2B90-630D-C2F6B3F8F0C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86788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14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LAMP Contacts Manager</vt:lpstr>
      <vt:lpstr>Team Members</vt:lpstr>
      <vt:lpstr>Technology Used</vt:lpstr>
      <vt:lpstr>What went well?/What didn't go well?</vt:lpstr>
      <vt:lpstr>Gantt Chart</vt:lpstr>
      <vt:lpstr>Use Case Diagram</vt:lpstr>
      <vt:lpstr>Sequence Diagram</vt:lpstr>
      <vt:lpstr>Entity Relationship Diagram</vt:lpstr>
      <vt:lpstr>API Demo</vt:lpstr>
      <vt:lpstr>App Demo</vt:lpstr>
      <vt:lpstr>Database Demonstration</vt:lpstr>
      <vt:lpstr>Lighthouse Tests</vt:lpstr>
      <vt:lpstr>AI Disclosure</vt:lpstr>
      <vt:lpstr>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68</cp:revision>
  <dcterms:created xsi:type="dcterms:W3CDTF">2026-05-04T19:32:16Z</dcterms:created>
  <dcterms:modified xsi:type="dcterms:W3CDTF">2026-05-08T04:10:41Z</dcterms:modified>
</cp:coreProperties>
</file>